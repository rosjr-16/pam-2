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0425EB-5498-E099-6A3B-E90A09E91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E11AFB-3B48-8DA5-52C1-1F1CA46EE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0167BE-A4B8-D07A-56C9-A68669D5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AA42-D77E-4C01-B8E4-9C1C1AAD744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FC521D-6DD2-0A18-0983-323A6AEB1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BBB39D-B004-FAC6-FA4E-4DD8E221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CBA-8928-42A8-BEA8-559D091EAA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187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03D05-D3AF-FB1D-EAA7-6831FA696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46E38E-89C7-952C-7CC0-6EBD48675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006454-126F-74C3-B2E0-56ACDF120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AA42-D77E-4C01-B8E4-9C1C1AAD744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59F2A1-E939-98DB-B422-E3ABCAAD5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B7FC51-4091-E35E-86DC-109EB020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CBA-8928-42A8-BEA8-559D091EAA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759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AC226-96E7-958D-BC60-5B3E6212C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4A6D2E-881B-EEA0-314C-103FA744E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37897E-44BD-5FA4-52DA-274B7993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AA42-D77E-4C01-B8E4-9C1C1AAD744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21C6E4-B18F-9ADD-D5A2-1EA250B7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6271B4-C9C1-5F33-EB16-C5C475F68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CBA-8928-42A8-BEA8-559D091EAA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0480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99A09-741B-07F5-2A1E-2E8ACB9DA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E7A0B9-1C59-9074-F745-1C309CE6E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B0F81C-ABA5-384F-F2B1-1D3E3578C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7A923E-DE6F-F487-1938-8729629AD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AA42-D77E-4C01-B8E4-9C1C1AAD744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52B21E-BD2E-0F88-D88B-BA483257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D45B18-C262-FEFF-919A-D452B0777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CBA-8928-42A8-BEA8-559D091EAA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598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ED762-E54B-367E-092F-D8B654684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D11BA4-163F-5350-AB37-125E8AC87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ACB1DF-D531-A023-4F64-7CF165A47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A82CB8C-C70F-ADD4-9507-5223BA9E0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662E236-F03F-65C8-5730-A002E4EEE6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B0C476-6DDA-0BC9-7AE7-D7BDA4485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AA42-D77E-4C01-B8E4-9C1C1AAD744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EED2942-104A-D179-FEDB-7205679A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7A0908-DC36-4D5B-88B8-73C0388A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CBA-8928-42A8-BEA8-559D091EAA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9018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A5B63-7D2F-8E00-0720-75CD0E21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170F841-0470-3EF6-6F97-B1160CF85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AA42-D77E-4C01-B8E4-9C1C1AAD744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3AC9A5-9BC0-FB55-4575-5B9FE648E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5052E8-BE81-BB53-7C13-4263EF73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CBA-8928-42A8-BEA8-559D091EAA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628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5DE47CD-9430-65C5-9DE8-3B245C02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AA42-D77E-4C01-B8E4-9C1C1AAD744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7AD8484-B2E4-99DF-AB30-3696FFDD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77BA18-C03F-D09F-37A4-BB2A49C4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CBA-8928-42A8-BEA8-559D091EAA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76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49AE3-AD78-A94F-7553-A9FDB150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9BCF93-D17B-4878-3D14-9EF64B8DC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091FB2-8D3B-3258-AF08-7DF405007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C9D3F1-8DCA-26F1-76C1-12E40D40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AA42-D77E-4C01-B8E4-9C1C1AAD744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427BA1-696B-F162-5D98-1F6B329D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CC07FC-F5F6-3E4C-45EF-CA491827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CBA-8928-42A8-BEA8-559D091EAA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69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876CB-C3AE-47BF-B982-C7F2D1CC3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C7D71DB-0D3E-4262-8868-05E95893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5CAE8C-ED58-E15D-91F0-7FC3323A3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19A8C9-0969-432B-A1A3-D859CDE47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AA42-D77E-4C01-B8E4-9C1C1AAD744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E94E2E-6C0E-DECB-25E7-E507F6ED5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013953-62C3-3179-28E7-564877D4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CBA-8928-42A8-BEA8-559D091EAA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4331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74DF6-C3E3-FDD6-E6F6-B9393723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B0117E-ECB1-1890-3071-9AD00CD4B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96FA18-8E1E-6E00-FBD0-6373EA91B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AA42-D77E-4C01-B8E4-9C1C1AAD744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510137-BD8D-E112-C071-C24BC8537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6D09ED-C25A-9ABB-13FD-C4F0402D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CBA-8928-42A8-BEA8-559D091EAA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07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AB90FEB-4652-51B6-EE71-82D75769B7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345DB4-7BC8-2F76-E6D0-25BC95D97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3ED73C-5B14-0BA6-9D16-680C3FD4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AA42-D77E-4C01-B8E4-9C1C1AAD744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50D8E4-20C8-F427-99C7-AD51103A4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8D422F-0EC9-4A5C-782A-B7EE6471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37CBA-8928-42A8-BEA8-559D091EAA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3875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7A15D4-6E9D-744C-B25F-23D78495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070948-48A5-4C5C-99E8-F4B91FDBA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397CB9-932F-AA94-9A8B-D1DA83B4F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4AA42-D77E-4C01-B8E4-9C1C1AAD744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7C7A98-DE32-1EB1-6EE7-931548372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F9A855-2920-2452-C505-97CD3893F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37CBA-8928-42A8-BEA8-559D091EAA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199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iagrama, Esquemático&#10;&#10;Descrição gerada automaticamente">
            <a:extLst>
              <a:ext uri="{FF2B5EF4-FFF2-40B4-BE49-F238E27FC236}">
                <a16:creationId xmlns:a16="http://schemas.microsoft.com/office/drawing/2014/main" id="{C043EAC0-5B8D-CD6B-2F5C-5187791DA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ECB521B-685D-735B-B0AC-1FDFFD4FD4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4359EE-2B03-9557-57AF-DDD15FCD3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197599"/>
            <a:ext cx="9144000" cy="547255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Allan Vidal</a:t>
            </a:r>
          </a:p>
        </p:txBody>
      </p:sp>
    </p:spTree>
    <p:extLst>
      <p:ext uri="{BB962C8B-B14F-4D97-AF65-F5344CB8AC3E}">
        <p14:creationId xmlns:p14="http://schemas.microsoft.com/office/powerpoint/2010/main" val="371333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AAC7E-B2CA-D370-F8AE-4DC7FCE93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de conteúdo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D5F1ED-DAE0-8E22-6015-B6F5F941A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Criação e execução de um app</a:t>
            </a:r>
          </a:p>
        </p:txBody>
      </p:sp>
    </p:spTree>
    <p:extLst>
      <p:ext uri="{BB962C8B-B14F-4D97-AF65-F5344CB8AC3E}">
        <p14:creationId xmlns:p14="http://schemas.microsoft.com/office/powerpoint/2010/main" val="3441067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490B3-671C-ADD5-FD55-9C6D7F085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do </a:t>
            </a:r>
            <a:r>
              <a:rPr lang="pt-BR" dirty="0" err="1"/>
              <a:t>React</a:t>
            </a:r>
            <a:r>
              <a:rPr lang="pt-BR" dirty="0"/>
              <a:t> </a:t>
            </a:r>
            <a:r>
              <a:rPr lang="pt-BR" dirty="0" err="1"/>
              <a:t>Native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1CB622-7220-4653-8476-D3FDC92D0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3FFDEC-ADCF-DB2E-9D5E-31EE15F0F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602" y="1690445"/>
            <a:ext cx="4448796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914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92F2B-CA09-CBA6-4C4D-1D5EE19B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Criação de um App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693A5D-BA7B-C9EF-7969-6D240FF23C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Acessar o diretório que deseja criar o aplicativo via prompt de comando</a:t>
            </a:r>
          </a:p>
          <a:p>
            <a:endParaRPr lang="pt-BR" dirty="0"/>
          </a:p>
          <a:p>
            <a:r>
              <a:rPr lang="pt-BR" dirty="0" err="1"/>
              <a:t>npx</a:t>
            </a:r>
            <a:r>
              <a:rPr lang="pt-BR" dirty="0"/>
              <a:t> </a:t>
            </a:r>
            <a:r>
              <a:rPr lang="pt-BR" dirty="0" err="1"/>
              <a:t>create</a:t>
            </a:r>
            <a:r>
              <a:rPr lang="pt-BR" dirty="0"/>
              <a:t>-expo-app nome-app --</a:t>
            </a:r>
            <a:r>
              <a:rPr lang="pt-BR" dirty="0" err="1"/>
              <a:t>template</a:t>
            </a:r>
            <a:r>
              <a:rPr lang="pt-BR" dirty="0"/>
              <a:t> </a:t>
            </a:r>
            <a:r>
              <a:rPr lang="pt-BR" dirty="0" err="1"/>
              <a:t>blank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cd</a:t>
            </a:r>
            <a:r>
              <a:rPr lang="pt-BR" dirty="0"/>
              <a:t> nome-app</a:t>
            </a:r>
          </a:p>
          <a:p>
            <a:endParaRPr lang="pt-BR" dirty="0"/>
          </a:p>
          <a:p>
            <a:r>
              <a:rPr lang="pt-BR" dirty="0" err="1"/>
              <a:t>code</a:t>
            </a:r>
            <a:r>
              <a:rPr lang="pt-BR" dirty="0"/>
              <a:t> .</a:t>
            </a:r>
          </a:p>
          <a:p>
            <a:endParaRPr lang="pt-BR" dirty="0"/>
          </a:p>
          <a:p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run</a:t>
            </a:r>
            <a:r>
              <a:rPr lang="pt-BR" dirty="0"/>
              <a:t> web</a:t>
            </a:r>
          </a:p>
          <a:p>
            <a:endParaRPr lang="pt-BR" dirty="0"/>
          </a:p>
          <a:p>
            <a:r>
              <a:rPr lang="en-US" dirty="0" err="1"/>
              <a:t>npx</a:t>
            </a:r>
            <a:r>
              <a:rPr lang="en-US" dirty="0"/>
              <a:t> expo install react-</a:t>
            </a:r>
            <a:r>
              <a:rPr lang="en-US" dirty="0" err="1"/>
              <a:t>dom</a:t>
            </a:r>
            <a:r>
              <a:rPr lang="en-US" dirty="0"/>
              <a:t> react-native-web</a:t>
            </a:r>
          </a:p>
          <a:p>
            <a:endParaRPr lang="en-US" dirty="0"/>
          </a:p>
          <a:p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run</a:t>
            </a:r>
            <a:r>
              <a:rPr lang="pt-BR" dirty="0"/>
              <a:t> web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3C94D4-C549-F63E-70B9-2350563261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1800" dirty="0"/>
              <a:t>App que será exibido no navegador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337AA85-9960-B3FF-A7F7-7180304C4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824" y="2195339"/>
            <a:ext cx="2368351" cy="41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51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AA0F0-69C2-A58C-C27B-D4E0A2F3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e códigos do App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DD6CBB-B8C3-6173-C16F-5E4701D8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7C3F96-2160-188C-9006-D3D10AEF8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621" y="1587171"/>
            <a:ext cx="8136757" cy="504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760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63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Revisão de conteúdo</vt:lpstr>
      <vt:lpstr>Arquitetura do React Native</vt:lpstr>
      <vt:lpstr>Criação de um App</vt:lpstr>
      <vt:lpstr>Arquivos e códigos do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Allan Vidal de Negreiros</dc:creator>
  <cp:lastModifiedBy>VICTOR PEIXOTO DE OLIVEIRA</cp:lastModifiedBy>
  <cp:revision>4</cp:revision>
  <dcterms:created xsi:type="dcterms:W3CDTF">2026-02-05T20:34:24Z</dcterms:created>
  <dcterms:modified xsi:type="dcterms:W3CDTF">2026-02-20T12:02:53Z</dcterms:modified>
</cp:coreProperties>
</file>